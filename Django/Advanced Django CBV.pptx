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Inconsolata"/>
      <p:regular r:id="rId31"/>
      <p:bold r:id="rId32"/>
    </p:embeddedFont>
    <p:embeddedFont>
      <p:font typeface="Montserra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consolata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32" Type="http://schemas.openxmlformats.org/officeDocument/2006/relationships/font" Target="fonts/Inconsolata-bold.fntdata"/><Relationship Id="rId13" Type="http://schemas.openxmlformats.org/officeDocument/2006/relationships/slide" Target="slides/slide9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c4e07dad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c4e07dad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f03b35d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f03b35d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03b35da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03b35da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03b35da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03b35da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f03b35da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f03b35da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03b35da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f03b35da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03b35da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03b35da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03b35da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f03b35da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f03b35da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f03b35da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f03b35da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f03b35da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03b35da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f03b35da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f03b35da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f03b35da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f03b35da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f03b35da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f03b35da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f03b35da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03b35da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03b35da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f03b35da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f03b35da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03b35da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03b35da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03b35da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f03b35da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d35f3ce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d35f3ce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d35f3ce2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d35f3ce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d35f3ce2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d35f3ce2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d35f3ce2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d35f3ce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d35f3ce2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d35f3ce2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d35f3ce2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d35f3ce2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Django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Class Based Views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learn something! </a:t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Welcome to your first “Advanced” Django Section.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this section we will discuss Class Based Views “CBV”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Previously we’ve created views using functions, however Django provides really powerful tools to use OOP and classes to define views.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CBV offers great functionality and for most experienced users of Django, it is their default choice for creating views.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It is much easier to understand CBV after working with function views!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We’ll start off with a simple example of a “Hello World” CBV and then slowly build up to more complex examples and talking about “mix-ins”.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CBV - Hello 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learn something! </a:t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convert a simple hello world function view into a class based view!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will use the simplest available Django View Class: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Inconsolata"/>
              <a:buChar char="○"/>
            </a:pPr>
            <a:r>
              <a:rPr lang="en" sz="3000">
                <a:latin typeface="Inconsolata"/>
                <a:ea typeface="Inconsolata"/>
                <a:cs typeface="Inconsolata"/>
                <a:sym typeface="Inconsolata"/>
              </a:rPr>
              <a:t>from django.views.generic import View</a:t>
            </a:r>
            <a:endParaRPr sz="300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will also have to slightly change the way we call a class based view in the urls.py file of our project.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need to add in a .as_view() call off the class, this is an inherited method from the View we mentioned earlier.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CBV - Template Views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learn something! </a:t>
            </a:r>
            <a:endParaRPr/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Now it is time to learn how to use the TemplateView that comes with Django.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It will make calling templates a breeze!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see a comparison between using a function to call a template versus the TemplateView!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Function Based View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3000">
                <a:latin typeface="Inconsolata"/>
                <a:ea typeface="Inconsolata"/>
                <a:cs typeface="Inconsolata"/>
                <a:sym typeface="Inconsolata"/>
              </a:rPr>
              <a:t>def index(request):</a:t>
            </a:r>
            <a:endParaRPr sz="3000"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3000">
                <a:latin typeface="Inconsolata"/>
                <a:ea typeface="Inconsolata"/>
                <a:cs typeface="Inconsolata"/>
                <a:sym typeface="Inconsolata"/>
              </a:rPr>
              <a:t>return render(request,'index.html')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Class Based Template View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>
                <a:latin typeface="Inconsolata"/>
                <a:ea typeface="Inconsolata"/>
                <a:cs typeface="Inconsolata"/>
                <a:sym typeface="Inconsolata"/>
              </a:rPr>
              <a:t>class IndexView(TemplateView):</a:t>
            </a:r>
            <a:endParaRPr sz="3000"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3000">
                <a:latin typeface="Inconsolata"/>
                <a:ea typeface="Inconsolata"/>
                <a:cs typeface="Inconsolata"/>
                <a:sym typeface="Inconsolata"/>
              </a:rPr>
              <a:t>template_name = 'index.html'</a:t>
            </a:r>
            <a:endParaRPr sz="300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show the basics of this and then show how to use a Template CBV along with a context dictionary.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 Views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Detail Views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learn something! </a:t>
            </a:r>
            <a:endParaRPr/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We’ve learned how to use CBVs to directly show a template, but what about models?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Often when we have models, we want to either list the records from the model, or show details of a single record.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Previously we did this with calls using the Object Relation Mapper directly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included things like: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consolata"/>
              <a:buChar char="○"/>
            </a:pPr>
            <a:r>
              <a:rPr lang="en" sz="3000">
                <a:latin typeface="Inconsolata"/>
                <a:ea typeface="Inconsolata"/>
                <a:cs typeface="Inconsolata"/>
                <a:sym typeface="Inconsolata"/>
              </a:rPr>
              <a:t>MyModel.objects.all()</a:t>
            </a:r>
            <a:endParaRPr sz="3000">
              <a:latin typeface="Inconsolata"/>
              <a:ea typeface="Inconsolata"/>
              <a:cs typeface="Inconsolata"/>
              <a:sym typeface="Inconsolata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However these sort of operations are very common!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9" name="Google Shape;16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 common that Django has some generic view classes you can inherit to very quickly display information from your model.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where the power of CBV comes to help us out!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this lecture we will quickly create: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Models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Templates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Then we will focus on: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ListView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DetailView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Previously we’ve been putting all our templates inside the templates folder within the matching app folder.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However it is also common practice to do the “reverse”, have a template folder inside the app’s folder.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We’ll show an example of doing that in this lecture as well.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CRUD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learn something! </a:t>
            </a:r>
            <a:endParaRPr/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may have heard the term “CRUD” before in web development, but what does it actually mean?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Contrary to what you might think, it stands for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reate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etrieve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pdate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elete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CRUD is inherent to almost every website!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Whenever you work with models and databases you will need to perform those four basic actions.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Luckily, Django has class based views to simplify this entire process for you!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We’ll start off by exploring how to use the CreateView class.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Note! While we are using the CreateView class we will purposefully induce a few errors to clarify where certain variable names are coming from!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Once we’ve worked with the CreateView class, working with the UpdateView and DeleteView classes will be very straightforward.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 quick note: there will be a lot of interaction between your urls.py, views.py, models.py, and template files!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If you get stuck on an error triple-check that your code matches the notes exactly!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nature of the interaction between all the files will make it almost impossible to give good help on this in the QA!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 follow along with the video, and check against the notes!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7" name="Google Shape;25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