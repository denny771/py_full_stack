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6858000" cy="9144000"/>
  <p:embeddedFontLst>
    <p:embeddedFont>
      <p:font typeface="Inconsolata"/>
      <p:regular r:id="rId44"/>
      <p:bold r:id="rId45"/>
    </p:embeddedFont>
    <p:embeddedFont>
      <p:font typeface="Montserra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Inconsolata-regular.fntdata"/><Relationship Id="rId43" Type="http://schemas.openxmlformats.org/officeDocument/2006/relationships/slide" Target="slides/slide39.xml"/><Relationship Id="rId46" Type="http://schemas.openxmlformats.org/officeDocument/2006/relationships/font" Target="fonts/Montserrat-regular.fntdata"/><Relationship Id="rId45" Type="http://schemas.openxmlformats.org/officeDocument/2006/relationships/font" Target="fonts/Inconsolat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c4e07dad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c4e07da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d58b0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ed58b0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d58b0f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d58b0f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d58b0fc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d58b0fc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d58b0fc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d58b0fc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d58b0fc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d58b0fc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d58b0fc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ed58b0fc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d58b0fc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ed58b0fc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d58b0fc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ed58b0fc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ed58b0fc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ed58b0fc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d58b0fc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ed58b0fc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d58b0f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ed58b0f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d58b0fc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d58b0fc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d58b0fc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ed58b0fc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d58b0fc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ed58b0fc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ed58b0fc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ed58b0fc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ed58b0fc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ed58b0fc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d58b0fc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d58b0fc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ed58b0fc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ed58b0fc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ed58b0fc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ed58b0fc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d58b0fc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ed58b0fc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ed58b0fc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ed58b0fc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ed58b0fc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ed58b0fc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d58b0fc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ed58b0fc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ed58b0fc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ed58b0fc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ed58b0fc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ed58b0fc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ed58b0fc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ed58b0fc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ed58b0fc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ed58b0fc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ed58b0fc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ed58b0fc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ed58b0fce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ed58b0fc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ed58b0fc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ed58b0fc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b33ce50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b33ce50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b33ce50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b33ce50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b33ce504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b33ce504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b33ce504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b33ce50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b33ce504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b33ce504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b33ce504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b33ce504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Django Level Five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learn something! 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Welcome to Django Level Five!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section of the course will focus on User Authentication.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 far we’ve only created applications that assume everyone will see the same page.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one of the aspects of Django where there are lots of built in available tools as well as plenty of external packages that enhance functionality.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focus mainly on the built-in tools: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Users and the User 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Permissions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Groups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Passwords and Authentication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Logging In and Out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Passwords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Level Five</a:t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lecture we will discuss the general set-up to begin getting ready for User Authentication.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We’ll talk about passwords in general and also discuss some additional library options for security.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first thing we need to take care of is setting up our ability to authenticate a User.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To do this we need to use some built-in apps and make sure they are under the INSTALLED_APPS list in settings.py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apps we will use are “django.contrib.auth” and “django.contrib.contenttypes”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Often these will already be pre-loaded in the list for you.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Remember to migrate if you added them!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next thing we need to do is make sure we store our passwords safely.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Never store passwords as plain text!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begin by using the default PBKDF2 algorithm with an SHA256 hash that is built-in to Django.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is quite secure for most applications, it requires a massive amount of computing power to crack it.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But if you want more security you can upgrade to even more secure hashing algorithms.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Django makes this really easy, we will also show how to use the bcrypt and Argon2.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your virtual environment: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pip install bcrypt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pip install django[argon2]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Depending on your Django version you may already have these installed.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Inside of settings.py you can then pass in the list of PASSWORD_HASHERS to try in the order you want to try them.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If for some reason you don’t have the library support, eventually you will fall back on to the original PBKDF2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users will also try to use a very weak password, such as “password123”.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can also add in validator options to prevent a user from doing that.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We’ll keep things simple and only require a minimum length for now.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now code through the steps of setting up a password system.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After this we can set-up our User Models and our Registration Forms.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Models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Level Five</a:t>
            </a:r>
            <a:endParaRPr/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lecture we will discuss how to use Django’s built in tools to create User Authorization Models.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also discuss how to set-up media files in your project.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Previously when we’ve logged on to the Admin page we’ve seen that there is already a built-in Authentication and Authorization model set in place.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database there were “Users”.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learn how to use this feature!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object has a few key features: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Username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Email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First Name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Surname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There are also some other attributes for the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object, such as is_active, is_staff, is_superuser.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you will also want to add more attributes to a user, such as their own links or a profile image.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You can do this in your applications models.py file by creating another class that has a relationship to the </a:t>
            </a: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class.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 see an example of what this code would look like inside your models.py file!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3-06 at 4.08.18 PM.png" id="225" name="Google Shape;22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0"/>
            <a:ext cx="8912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Notice a new field we haven’t seen yet, an ImageField.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will allow you to store images to a model, typically we will keep any user uploaded content like this in the media file.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order to work with images with Python we will need to install the Python Imaging Library with: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 users may get an error on this command indicating something like jpeg support disabled, in which case use: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800">
                <a:latin typeface="Inconsolata"/>
                <a:ea typeface="Inconsolata"/>
                <a:cs typeface="Inconsolata"/>
                <a:sym typeface="Inconsolata"/>
              </a:rPr>
              <a:t>pip install pillow --global-option=”build_ext”</a:t>
            </a:r>
            <a:endParaRPr b="1" sz="28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800">
                <a:latin typeface="Inconsolata"/>
                <a:ea typeface="Inconsolata"/>
                <a:cs typeface="Inconsolata"/>
                <a:sym typeface="Inconsolata"/>
              </a:rPr>
              <a:t>--global-option=”--disable-jpeg”</a:t>
            </a:r>
            <a:endParaRPr b="1" sz="28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Once you’ve created this model you’ll have to remember to register it in the admin.py file, with something like: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Inconsolata"/>
              <a:buChar char="○"/>
            </a:pPr>
            <a:r>
              <a:rPr lang="en" sz="3000">
                <a:latin typeface="Inconsolata"/>
                <a:ea typeface="Inconsolata"/>
                <a:cs typeface="Inconsolata"/>
                <a:sym typeface="Inconsolata"/>
              </a:rPr>
              <a:t>admin.site.register(UserProfileInfo)</a:t>
            </a:r>
            <a:endParaRPr sz="30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7" name="Google Shape;25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Typically images, CSS, JS, etc. all go in the static folder of your project, with the STATIC_ROOT variable path defined inside of settings.py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User uploaded content will go to the media folder, with the MEDIA_ROOT.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5" name="Google Shape;265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Next we will want to implement a Django form that the User can use to work with the website.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show an example of what this would look like inside the forms.py file of your application.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" name="Google Shape;273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311700" y="1152475"/>
            <a:ext cx="192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code inside forms.py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1" name="Google Shape;281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7-03-06 at 4.38.41 PM.png" id="282" name="Google Shape;2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25" y="1152483"/>
            <a:ext cx="6904374" cy="384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Let’s now code through the set-up of what we’ve discussed: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User Model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Media Directory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Handling Images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User Form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9" name="Google Shape;289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0" name="Google Shape;290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Once we’ve done that we can begin to focus on creating a registration view.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7" name="Google Shape;29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" name="Google Shape;29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Registration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Level Five</a:t>
            </a:r>
            <a:endParaRPr/>
          </a:p>
        </p:txBody>
      </p:sp>
      <p:pic>
        <p:nvPicPr>
          <p:cNvPr descr="watermark.jpg" id="305" name="Google Shape;305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 lot of the coding for working with Users and Authorization happens in the views.py file.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The basic idea is that we check if there is a POST request and then perform some sort of action based off that information.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Sometimes we will want to save that information directly to the database.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Other times, we will set commit=False so we can manipulate the data before saving it to the database.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helps prevent collision errors.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2" name="Google Shape;322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Figuring out the registration views is an extension of what we learn about when discussing Django Forms.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Make sure to review that content if you don’t remember it!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0" name="Google Shape;330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entire process is best shown through code, so let’s jump to our views.py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We will also fix a small mistake made in the previous lecture when working with the forms, and how to keep an eye out for those errors! Let’s get started!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8" name="Google Shape;338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Logins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Level Five</a:t>
            </a:r>
            <a:endParaRPr/>
          </a:p>
        </p:txBody>
      </p:sp>
      <p:pic>
        <p:nvPicPr>
          <p:cNvPr descr="watermark.jpg" id="345" name="Google Shape;345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6" name="Google Shape;346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Once a user is registered, we want to make sure that they can log in and out of the site.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 this lecture we will go through the entire process of creating log in / log out functionality.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3" name="Google Shape;353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4" name="Google Shape;35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This process involves: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Setting up the login views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Using built-in decorators for access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Adding the LOGIN_URL in settings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Creating the login.html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Char char="○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Editing the urls.py files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1" name="Google Shape;361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2" name="Google Shape;362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